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980" autoAdjust="0"/>
    <p:restoredTop sz="94660"/>
  </p:normalViewPr>
  <p:slideViewPr>
    <p:cSldViewPr snapToGrid="0">
      <p:cViewPr varScale="1">
        <p:scale>
          <a:sx n="96" d="100"/>
          <a:sy n="96" d="100"/>
        </p:scale>
        <p:origin x="86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1E66D4-506B-CFB4-D6FB-DB2DF913B6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19309BB-8E86-FD27-A142-0657507AE7F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DD944E-DFE4-B3F4-360E-61C449EB39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E9B223-D040-DDF5-10CC-0ABDA37126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930FB3F-A960-4D5A-AD16-B4ED6766C10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6524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34FDE1-EEEA-9032-DA6B-E755457780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83AD000-4471-B131-4F79-05DAC21439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583D76-E8D8-182C-3862-B7C7135F8EC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4454ADE-CFBF-BF07-63D7-1D11F6BDF3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8D90BEA-3155-C623-EAED-F72D7776A8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6446007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AA8F9-156F-C21A-3E55-DDC3B78388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FFC9B51-E2A2-BC62-010F-93B28E0E70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2D2E85-1514-AFF9-54FA-C389B45F8E5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2CD3E9D-6F70-07CE-D541-E14EDB02489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AC233B-6E32-6E4C-6779-7D548D1A9C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589694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FAC0323-964A-89BA-1874-0675B30451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CB03697-8B52-ACE1-D8B2-D24BED0B4DFC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BDB681-9D29-059E-DD21-22F7C00115C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4FA841-1D61-DE19-4EC4-623042A7F4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8682E4-E111-505A-096F-23002BB300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BB88C30-C804-0C43-FC46-662EDFFFB1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787210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73CDF-BD75-DECC-A286-354E19BD4BA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86F78D5-5F81-1349-387D-0EB3E824FD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265DCB9-8B88-70A6-7B13-3DBA2595B1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AA5A76E-B7F4-8F91-1634-1FB28B8F0C1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0F57FBC-4C27-631A-DBB0-7A2D29625B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16308E-4A69-574C-2C4F-B2F4FEA3EF7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A11A2EF-172C-EA3F-5FF0-BFABA0F0FE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9FA7763-5A67-29F5-DC70-FB57306B43A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43787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FBDBE2-6C03-DB35-C484-BD24144A39E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469D429-6A9E-470E-B4FF-5D852627E7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D501DB5-4727-64A1-B664-2CF284BFE63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709458-356F-A755-6649-E5DDFDA65B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181704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6607AE5-815B-4245-8070-8A503DB889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F2A6D0E-9BB3-4CEF-9A1E-5E4DB0E0242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CB9B8B7-2A7C-163E-B8CD-8A2522FD0DA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2949063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E8EDD8-1F03-0EFF-8E28-8CB5B17EE3C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AB93896-13C8-71D2-D502-C9BC1D827E8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61B98A1-D188-0272-621A-84F57585D91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6518BD-406B-879B-67C3-903D8B2C55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9972C93-4B6E-865E-10FE-3E9BFB763A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8A925C-7360-8398-B703-9A58BC381E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98935660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EE9EF2-0349-ADC5-28DB-093C8EF6C3A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9CED005-DA9F-5201-2214-6B7EB661354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F7F946-CB2B-FAD7-41D0-D67E6B83BF7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2511C21-D7B6-BFF6-182B-F03F9775E0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F1356C7-49D9-38F1-E034-678FADEB89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5FAE1C-2D92-D52E-E401-D3F64A6ED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14134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9606C7-82FC-B506-0230-B2561E40BAF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E2186C8-4A27-D4ED-17F5-B510E6EC1A1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A53F0E-64D7-80CC-9986-4A96396F044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AB2DDD7-D568-C554-A460-3869CAF2C9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3608A5D-4A3D-3F68-2A06-BAB5BC9A5C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0177994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0BE868-9781-81FF-6A78-FEB9A685981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F21404-E743-D04F-3BAC-4165516434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B0DC88-7682-14D0-E4F0-49E5A179B31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D507CD6-8D90-2E3B-9C55-5A4B0FDFB0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BC17C95-644D-5C32-986A-5A96FDC4B6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5281773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22ED562-A676-3B4F-3FA5-51C7B82DF03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372516A-7504-A977-C9D5-B8A51B9B7FD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AAFF53B-048E-DC5A-043F-21A445BCF2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56B7012-E313-46E5-991D-BE0269DE0CCD}" type="datetimeFigureOut">
              <a:rPr lang="en-IN" smtClean="0"/>
              <a:t>19-11-2024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56A482-6DBF-F7C6-9355-D5FD4845581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2C91351-A412-B909-72F2-AF8E5B70E1B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FE976C-75CE-417A-8B0E-B0D1EB32682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5426935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E45F35-5A2F-70AD-5839-5C708E9B8D91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8E440DA-9E13-38EC-FE05-14DD0E52CB8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27734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Calibri</vt:lpstr>
      <vt:lpstr>Calibri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Akash G</dc:creator>
  <cp:lastModifiedBy>Akash G</cp:lastModifiedBy>
  <cp:revision>1</cp:revision>
  <dcterms:created xsi:type="dcterms:W3CDTF">2024-11-19T12:50:33Z</dcterms:created>
  <dcterms:modified xsi:type="dcterms:W3CDTF">2024-11-19T12:50:47Z</dcterms:modified>
</cp:coreProperties>
</file>